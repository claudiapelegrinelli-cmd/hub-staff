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CFD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548640"/>
            <a:ext cx="2011680" cy="2011680"/>
          </a:xfrm>
          <a:prstGeom prst="ellipse">
            <a:avLst/>
          </a:prstGeom>
          <a:solidFill>
            <a:srgbClr val="D2FBDF"/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5212080"/>
            <a:ext cx="1280160" cy="1280160"/>
          </a:xfrm>
          <a:prstGeom prst="ellipse">
            <a:avLst/>
          </a:prstGeom>
          <a:solidFill>
            <a:srgbClr val="B6FE80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4389120"/>
            <a:ext cx="1645920" cy="1645920"/>
          </a:xfrm>
          <a:prstGeom prst="ellipse">
            <a:avLst/>
          </a:prstGeom>
          <a:solidFill>
            <a:srgbClr val="66D681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03120"/>
            <a:ext cx="10058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600" dirty="0">
                <a:solidFill>
                  <a:srgbClr val="003F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Saúde ocupacional pra gente não é só evitar acidentes — é garantir que você tenha um ambiente seguro e saudável pra cuidar da sua saúde física e mental, esteja você onde estiver.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2026-08-13T14:33:17Z</dcterms:created>
  <dcterms:modified xsi:type="dcterms:W3CDTF">2026-08-13T14:33:17Z</dcterms:modified>
</cp:coreProperties>
</file>